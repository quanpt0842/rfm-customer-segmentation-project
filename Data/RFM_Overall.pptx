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0" roundtripDataSignature="AMtx7mh39mZjc3knNB1Sc1IYi3HBq0XM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64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customschemas.google.com/relationships/presentationmetadata" Target="metadata"/><Relationship Id="rId4" Type="http://schemas.openxmlformats.org/officeDocument/2006/relationships/slide" Target="slides/slide3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 descr="Minh họa mô hình RF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" descr="https://miro.medium.com/v2/resize:fit:1050/1*INAg_u98rSKtU2dkL0A9jQ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99242"/>
            <a:ext cx="12192000" cy="4458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3" descr="https://miro.medium.com/v2/resize:fit:1019/1*x1eJ1DCMY3oP8pFwb8Mq4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6099" y="0"/>
            <a:ext cx="10199802" cy="68565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4" descr="Interquartile range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49575" y="0"/>
            <a:ext cx="6291263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5" descr="https://f9-zpcloud.zdn.vn/1742330013965073779/25f5f1e40959d4078d48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125" y="0"/>
            <a:ext cx="119697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X1 Carbon Gen 7</dc:creator>
  <cp:lastModifiedBy>Office</cp:lastModifiedBy>
  <cp:revision>1</cp:revision>
  <dcterms:created xsi:type="dcterms:W3CDTF">2023-03-26T06:36:14Z</dcterms:created>
  <dcterms:modified xsi:type="dcterms:W3CDTF">2026-03-09T12:32:24Z</dcterms:modified>
</cp:coreProperties>
</file>